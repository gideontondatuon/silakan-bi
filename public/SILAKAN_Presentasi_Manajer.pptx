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B8972A"/>
          </a:solidFill>
          <a:ln/>
        </p:spPr>
      </p:sp>
      <p:pic>
        <p:nvPicPr>
          <p:cNvPr id="4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237744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BANK INDONESIA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747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Kantor Perwakilan Provinsi Sulawesi Utara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" y="2011680"/>
            <a:ext cx="2560320" cy="347472"/>
          </a:xfrm>
          <a:prstGeom prst="rect">
            <a:avLst>
              <a:gd name="adj" fmla="val 394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011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EKSEKUTIF SISTEM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Kantor — Solusi Digitalisasi &amp; Otomasi Pemesanan Ruangan Rapat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886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Modernisasi tata kelola fasilitas kantor guna meningkatkan efisiensi, akurasi penjadwalan (Zero Double-Booking), transparansi antar-unit kerja, dan kepatuhan administrasi berbasis disposisi digital.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754880"/>
            <a:ext cx="10332720" cy="0"/>
          </a:xfrm>
          <a:prstGeom prst="line">
            <a:avLst/>
          </a:prstGeom>
          <a:noFill/>
          <a:ln w="31750">
            <a:solidFill>
              <a:srgbClr val="B897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5029200"/>
            <a:ext cx="3200400" cy="1188720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5166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AUDIENS PRESENTASI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9728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</a:rPr>
              <a:t>Manajemen &amp; Pimpinan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5760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KPwBI Prov. Sulawesi Utara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0" y="5029200"/>
            <a:ext cx="3200400" cy="1188720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5166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CAKUPAN OPERASIONAL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</a:rPr>
              <a:t>9 Ruangan &amp; 10 Unit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0" y="5760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Terintegrasi WhatsApp Gateway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863840" y="5029200"/>
            <a:ext cx="3383280" cy="1188720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51663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STATUS IMPLEMENTASI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4672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Production Ready (v1.0)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46720" y="5760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Manual Book Lengkap (14 Halaman)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TANTANGAN OPERASIONAL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Latar Belakang &amp; Urgensi Digitalisasi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Manajemen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371600"/>
            <a:ext cx="5120640" cy="4754880"/>
          </a:xfrm>
          <a:prstGeom prst="rect">
            <a:avLst>
              <a:gd name="adj" fmla="val 2308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KONDISI SEBELUM SISTEM (MANUAL)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196596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Bentrok Jadwal (Double Booking): Sering terjadi pemesanan ruangan pada jam yang sama oleh dua unit berbeda karena koordinasi lisan.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Verifikasi Disposisi Lambat: Lembar disposisi fisik sering tertahan di meja staf atau tercecer, menunda kepastian rapat pimpinan.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Tidak Ada Visibilitas Real-Time: Pegawai tidak tahu apakah ruangan kosong atau sedang dipakai tanpa harus mendatangi lokasi langsung.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7F1D1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Rekapitulasi Laporan Sulit: Pembuatan laporan rekap penggunaan ruangan memakan waktu berhari-hari untuk mencari arsip nota dinas.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5212080" cy="4754880"/>
          </a:xfrm>
          <a:prstGeom prst="rect">
            <a:avLst>
              <a:gd name="adj" fmla="val 2308"/>
            </a:avLst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TRANSFORMASI DENGAN SILAKAN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196596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100% Bebas Bentrok (Zero Conflict): Algoritma validasi jadwal otomatis (WITA) menolak booking yang saling tumpang tindih secara seketika.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Disposisi Digital Cepat: Pengunggahan berkas digital (PDF/gambar maks. 5 MB) dengan notifikasi langsung ke admin untuk di-review.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Kalender Interaktif Terbuka: Seluruh unit kerja dapat melihat agenda pemakaian ruangan secara transparan kapan saja dan di mana saja.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Laporan Eksekutif 1-Klik: Admin dapat mengunduh rekap Excel dan cetak PDF resmi bertanda tangan dalam hitungan detik.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SOLUSI TERINTEGRASI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Nilai Tambah &amp; Fitur Unggulan Utama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Manajemen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371600"/>
            <a:ext cx="5212080" cy="2194560"/>
          </a:xfrm>
          <a:prstGeom prst="rect">
            <a:avLst>
              <a:gd name="adj" fmla="val 416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Validasi Bentrok Jadwal (WITA)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20116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secara cerdas memeriksa irisan waktu mulai &amp; selesai. Pemesanan yang bertabrakan otomatis diblokir serta mencegah waktu kedaluwarsa.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05840" y="3063240"/>
            <a:ext cx="2011680" cy="292608"/>
          </a:xfrm>
          <a:prstGeom prst="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Akurasi 100%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1371600"/>
            <a:ext cx="5212080" cy="2194560"/>
          </a:xfrm>
          <a:prstGeom prst="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Notifikasi WhatsApp Otomatis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20116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Terintegrasi WhatsApp Gateway resmi. Setiap keputusan persetujuan atau penolakan langsung dikirim ke ponsel PIC unit kegiatan.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92240" y="3063240"/>
            <a:ext cx="2011680" cy="292608"/>
          </a:xfrm>
          <a:prstGeom prst="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Responsif &amp; Nyata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1520" y="3794760"/>
            <a:ext cx="5212080" cy="2194560"/>
          </a:xfrm>
          <a:prstGeom prst="rect">
            <a:avLst>
              <a:gd name="adj" fmla="val 4167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Validasi Berkas Disposisi 5 MB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membatasi lampiran maks. 5 MB dengan proteksi popup modal instan untuk menjaga stabilitas kapasitas server dan performa unduh berkas.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05840" y="5486400"/>
            <a:ext cx="2011680" cy="292608"/>
          </a:xfrm>
          <a:prstGeom prst="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54864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Kepatuhan Tata Graha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217920" y="3794760"/>
            <a:ext cx="5212080" cy="219456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Live Monitoring &amp; Early Finish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9224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Menampilkan countdown timer rapat yang sedang berjalan. Rapat yang usai lebih cepat dapat langsung diselesaikan untuk membuka jadwal unit lain.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92240" y="5486400"/>
            <a:ext cx="2011680" cy="292608"/>
          </a:xfrm>
          <a:prstGeom prst="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0" y="54864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Optimalisasi Fasilitas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CAKUPAN OPERASIONAL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Infrastruktur 9 Ruangan Rapat &amp; 10 Akun Unit Kerja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Manajemen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DAFTAR 9 RUANGAN RAPAT RESMI KPwBI SULUT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54864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Nama Ruangan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Kapasitas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Lokasi Lantai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Tondano (Auditorium Utama)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300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3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Klabat (Ruang Rapat Utama)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70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4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Karangetang Besar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53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4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Karangetang Kecil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25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4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Bunaken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23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2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Tomohon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23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3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Lokon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1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Linow 1 &amp; Linow 2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 &amp; 8 Orang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Lantai 1 (VIP/Transit)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31520" y="4846320"/>
            <a:ext cx="5486400" cy="1280160"/>
          </a:xfrm>
          <a:prstGeom prst="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4937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Smart Layout Dinamis: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914400" y="5212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Setiap ruangan hanya menampilkan pilihan tata letak yang didukung secara fisik (misal: Teater, U-Shape, Classroom, Round Table) sehingga tidak terjadi kesalahan penataan oleh petugas tata graha.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58368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AKUN UNIT KERJA RESMI TERDAFTAR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83680" y="1645920"/>
            <a:ext cx="4846320" cy="4480560"/>
          </a:xfrm>
          <a:prstGeom prst="rect">
            <a:avLst>
              <a:gd name="adj" fmla="val 204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0" y="1828800"/>
            <a:ext cx="4389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tmi_kpwbisulut — Tim Manajemen Internal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uk_kpwbisulut — Unit Kehumasan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fiksp_kpwbisulut — Kebijakan Sistem Pembayaran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pur_kpwbisulut — Pengelolaan Uang Rupiah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5. fdsek_kpwbisulut — Data &amp; Statistik Ekonomi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6. fpkp_kpwbisulut — Pengendalian Inflasi &amp; Kebijakan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7. fppu_kpwbisulut — Pengembangan UMKM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8. pipebi_kpwbisulut — Persatuan Istri Pegawai BI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9. ppbi_kpwbisulut — Persatuan Pegawai BI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10. ca_kpwbisulut — Change Agent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11. admin — Administrator Sistem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 OPERASIONAL PROSEDUR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Alur Operasional Pengajuan &amp; Persetujuan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Manajemen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63040"/>
            <a:ext cx="2057400" cy="448056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1645920"/>
            <a:ext cx="731520" cy="411480"/>
          </a:xfrm>
          <a:prstGeom prst="rect">
            <a:avLst>
              <a:gd name="adj" fmla="val 17778"/>
            </a:avLst>
          </a:prstGeom>
          <a:solidFill>
            <a:srgbClr val="003B73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2194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 (UNIT KERJA)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14400" y="2560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Cek Kalender &amp; Ketersediaan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333756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Pegawai unit memeriksa jadwal rapat pada kalender interaktif untuk memilih ruangan &amp; tanggal yang kosong.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07792" y="1463040"/>
            <a:ext cx="2057400" cy="448056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90672" y="1645920"/>
            <a:ext cx="731520" cy="411480"/>
          </a:xfrm>
          <a:prstGeom prst="rect">
            <a:avLst>
              <a:gd name="adj" fmla="val 17778"/>
            </a:avLst>
          </a:prstGeom>
          <a:solidFill>
            <a:srgbClr val="003B73"/>
          </a:solidFill>
          <a:ln/>
        </p:spPr>
      </p:sp>
      <p:sp>
        <p:nvSpPr>
          <p:cNvPr id="20" name="Text 17"/>
          <p:cNvSpPr/>
          <p:nvPr/>
        </p:nvSpPr>
        <p:spPr>
          <a:xfrm>
            <a:off x="3090672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090672" y="2194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 (UNIT KERJA)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090672" y="2560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Isi Form &amp; Unggah Disposisi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090672" y="333756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90672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Mengisi detail acara, jam WITA, layout, nama PIC, nomor WA, dan mengunggah lembar disposisi pimpinan (maks. 5 MB).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84064" y="1463040"/>
            <a:ext cx="2057400" cy="448056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66944" y="1645920"/>
            <a:ext cx="731520" cy="411480"/>
          </a:xfrm>
          <a:prstGeom prst="rect">
            <a:avLst>
              <a:gd name="adj" fmla="val 17778"/>
            </a:avLst>
          </a:prstGeom>
          <a:solidFill>
            <a:srgbClr val="003B73"/>
          </a:solidFill>
          <a:ln/>
        </p:spPr>
      </p:sp>
      <p:sp>
        <p:nvSpPr>
          <p:cNvPr id="27" name="Text 24"/>
          <p:cNvSpPr/>
          <p:nvPr/>
        </p:nvSpPr>
        <p:spPr>
          <a:xfrm>
            <a:off x="5266944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66944" y="2194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ADMINISTRATOR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66944" y="2560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 Berkas &amp; Keputusan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266944" y="333756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66944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memeriksa disposisi. Jika sesuai disetujui; jika ditolak, wajib melampirkan alasan resmi pembatalan.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260336" y="1463040"/>
            <a:ext cx="2057400" cy="448056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43216" y="1645920"/>
            <a:ext cx="731520" cy="411480"/>
          </a:xfrm>
          <a:prstGeom prst="rect">
            <a:avLst>
              <a:gd name="adj" fmla="val 17778"/>
            </a:avLst>
          </a:prstGeom>
          <a:solidFill>
            <a:srgbClr val="003B73"/>
          </a:solidFill>
          <a:ln/>
        </p:spPr>
      </p:sp>
      <p:sp>
        <p:nvSpPr>
          <p:cNvPr id="34" name="Text 31"/>
          <p:cNvSpPr/>
          <p:nvPr/>
        </p:nvSpPr>
        <p:spPr>
          <a:xfrm>
            <a:off x="7443216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443216" y="2194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SILAKAN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443216" y="2560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Notifikasi Otomatis WhatsApp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443216" y="333756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43216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Server mengirimkan pesan WhatsApp real-time berisi bukti persetujuan atau catatan penolakan ke ponsel PIC.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436608" y="1463040"/>
            <a:ext cx="2057400" cy="448056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619488" y="1645920"/>
            <a:ext cx="731520" cy="411480"/>
          </a:xfrm>
          <a:prstGeom prst="rect">
            <a:avLst>
              <a:gd name="adj" fmla="val 17778"/>
            </a:avLst>
          </a:prstGeom>
          <a:solidFill>
            <a:srgbClr val="003B73"/>
          </a:solidFill>
          <a:ln/>
        </p:spPr>
      </p:sp>
      <p:sp>
        <p:nvSpPr>
          <p:cNvPr id="41" name="Text 38"/>
          <p:cNvSpPr/>
          <p:nvPr/>
        </p:nvSpPr>
        <p:spPr>
          <a:xfrm>
            <a:off x="9619488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9619488" y="2194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ADMINISTRATOR &amp; USER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9619488" y="25603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Pelaksanaan &amp; Early Finish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619488" y="3337560"/>
            <a:ext cx="1691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619488" y="347472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Rapat berlangsung dipantau via live timer. Ruangan dapat diselesaikan lebih awal jika rapat selesai cepat.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BUKTI VISUAL PRODUKSI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Antarmuka Visual Sistem (Live Production)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Manajemen</a:t>
            </a:r>
            <a:endParaRPr lang="en-US" sz="850" dirty="0"/>
          </a:p>
        </p:txBody>
      </p:sp>
      <p:pic>
        <p:nvPicPr>
          <p:cNvPr id="11" name="Image 1" descr="D:\Bank Indo\silakan\public\images\manual\02_dashboard_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194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611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Dashboard Pengguna (Unit TMI)</a:t>
            </a:r>
            <a:endParaRPr lang="en-US" sz="900" dirty="0"/>
          </a:p>
        </p:txBody>
      </p:sp>
      <p:pic>
        <p:nvPicPr>
          <p:cNvPr id="13" name="Image 2" descr="D:\Bank Indo\silakan\public\images\manual\03b_popup_file_5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1945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3611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Validasi Instan Berkas Disposisi &gt; 5 MB</a:t>
            </a:r>
            <a:endParaRPr lang="en-US" sz="900" dirty="0"/>
          </a:p>
        </p:txBody>
      </p:sp>
      <p:pic>
        <p:nvPicPr>
          <p:cNvPr id="15" name="Image 3" descr="D:\Bank Indo\silakan\public\images\manual\12_approval_ind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5120640" cy="21031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6126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Panel Verifikasi Persetujuan &amp; Penolakan</a:t>
            </a:r>
            <a:endParaRPr lang="en-US" sz="900" dirty="0"/>
          </a:p>
        </p:txBody>
      </p:sp>
      <p:pic>
        <p:nvPicPr>
          <p:cNvPr id="17" name="Image 4" descr="D:\Bank Indo\silakan\public\images\manual\14_live_monitor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77640"/>
            <a:ext cx="5212080" cy="21031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0" y="6126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Live Monitoring Ruangan Aktif &amp; Countdown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AKUNTABILITAS &amp; 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Pelaporan Eksekutif &amp; Kepatuhan Tata Kelola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Manajemen</a:t>
            </a:r>
            <a:endParaRPr lang="en-US" sz="850" dirty="0"/>
          </a:p>
        </p:txBody>
      </p:sp>
      <p:pic>
        <p:nvPicPr>
          <p:cNvPr id="11" name="Image 1" descr="D:\Bank Indo\silakan\public\images\manual\20_lapora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200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4617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Antarmuka Modul Laporan &amp; Ekspor Cepat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31520" y="4937760"/>
            <a:ext cx="5303520" cy="1280160"/>
          </a:xfrm>
          <a:prstGeom prst="rect">
            <a:avLst>
              <a:gd name="adj" fmla="val 571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50292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Ekspor Cepat Tanpa Loading Gantung: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914400" y="53035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45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 laporan telah dioptimalkan secara teknis menggunakan lightweight stream engine, menghasilkan berkas Excel (.xlsx) murni secara instan bahkan untuk ribuan data historis.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400800" y="1371600"/>
            <a:ext cx="5029200" cy="1417320"/>
          </a:xfrm>
          <a:prstGeom prst="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75120" y="1554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 Cetak PDF Resmi KOP BI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675120" y="19202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Mencetak dokumen rekapitulasi penggunaan ruangan rapat siap tanda tangan pimpinan lengkap dengan kop resmi Kantor Perwakilan Sulawesi Utara.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400800" y="2971800"/>
            <a:ext cx="5029200" cy="1417320"/>
          </a:xfrm>
          <a:prstGeom prst="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0" y="3154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Rekam Jejak Terpusat (Audit Trail)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75120" y="3520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Seluruh riwayat pengajuan, persetujuan, penolakan beserta alasan penolakannya tersimpan rapi dan tidak dapat dimanipulasi.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400800" y="4572000"/>
            <a:ext cx="5029200" cy="1417320"/>
          </a:xfrm>
          <a:prstGeom prst="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75120" y="4754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Proteksi Akun &amp; Password Masking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675120" y="5120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dapat melihat dan menyalin sandi akun unit kerja dengan aman melalui tombol mata dan copy clipboard tanpa membocorkan data privat.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KESIMPULAN EKSEKUTIF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Kesimpulan, Dampak Operasional &amp; Kesiapan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Paparan Manajemen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63040"/>
            <a:ext cx="3383280" cy="1737360"/>
          </a:xfrm>
          <a:prstGeom prst="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005B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645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JADWAL GANDA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Zero Double Booking berkat validasi otomatis WITA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389120" y="1463040"/>
            <a:ext cx="3383280" cy="1737360"/>
          </a:xfrm>
          <a:prstGeom prst="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005B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1645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57200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DIGITALISASI DISPOSISI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Arsip berkas tersimpan rapi dan mudah diaudit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046720" y="1463040"/>
            <a:ext cx="3383280" cy="1737360"/>
          </a:xfrm>
          <a:prstGeom prst="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005B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1645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1 Menit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22960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WAKTU NOTIFIKASI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Pemberitahuan persetujuan otomatis via WhatsApp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31520" y="3474720"/>
            <a:ext cx="10698480" cy="2468880"/>
          </a:xfrm>
          <a:prstGeom prst="rect">
            <a:avLst>
              <a:gd name="adj" fmla="val 4444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370332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REKOMENDASI &amp; LANGKAH SELANJUTNYA UNTUK MANAJEMEN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" y="406908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Penerapan Penuh (Go-Live): Sistem SILAKAN v1.0 siap diberlakukan sebagai satu-satunya kanal resmi pemesanan ruangan rapat kantor.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Sosialisasi Unit Kerja: Buku Panduan Resmi (Manual Book SILAKAN v1.0 — 14 Halaman) telah selesai dan siap didistribusikan ke 10 unit kerja.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Peningkatan Layanan Fasilitas: Petugas dapat memanfaatkan fitur Live Monitoring &amp; Early Release untuk memaksimalkan utilitas ruangan.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Kantor Perwakilan Bank Indonesia Provinsi Sulawesi Utara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SILAKAN — Presentasi Eksekutif untuk Manajer</dc:title>
  <dc:subject>PptxGenJS Presentation</dc:subject>
  <dc:creator>PptxGenJS</dc:creator>
  <cp:lastModifiedBy>PptxGenJS</cp:lastModifiedBy>
  <cp:revision>1</cp:revision>
  <dcterms:created xsi:type="dcterms:W3CDTF">2026-09-03T19:50:03Z</dcterms:created>
  <dcterms:modified xsi:type="dcterms:W3CDTF">2026-09-03T19:50:03Z</dcterms:modified>
</cp:coreProperties>
</file>