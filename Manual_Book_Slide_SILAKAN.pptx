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8972A"/>
          </a:solidFill>
          <a:ln/>
        </p:spPr>
      </p:sp>
      <p:pic>
        <p:nvPicPr>
          <p:cNvPr id="3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256032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490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BANK INDONESIA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74904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Kantor Perwakilan Provinsi Sulawesi Utara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14400" y="2377440"/>
            <a:ext cx="3291840" cy="384048"/>
          </a:xfrm>
          <a:prstGeom prst="roundRect">
            <a:avLst>
              <a:gd name="adj" fmla="val 35714"/>
            </a:avLst>
          </a:prstGeom>
          <a:solidFill>
            <a:srgbClr val="003B73"/>
          </a:solidFill>
          <a:ln w="19050">
            <a:solidFill>
              <a:srgbClr val="B89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377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EF0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EDISI RESMI VERSI 1.0 — TAHUN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SILAKAN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914400" y="4480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Panduan Langkah Praktis Pemesanan Ruangan Rapat untuk Seluruh Satuan Kerja &amp; Administrator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530352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003B73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54132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EF0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PANDUAN UNIT KERJA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51560" y="56509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Login, cek kalender, isi form, &amp; unggah disposisi.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480560" y="530352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003B73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54132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EF0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PANDUAN ADMINISTRATOR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617720" y="56509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Verifikasi berkas, persetujuan, &amp; kelola ruangan.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046720" y="530352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003B73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83880" y="54132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EF08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LAYANAN TERPADU BI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183880" y="56509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WhatsApp Gateway, TV Display, &amp; Laporan PDF.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PANDUAN OPERASIONAL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Daftar Isi Panduan &amp; Akses Akun Resmi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 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8755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 / 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325880"/>
            <a:ext cx="5120640" cy="4754880"/>
          </a:xfrm>
          <a:prstGeom prst="roundRect">
            <a:avLst>
              <a:gd name="adj" fmla="val 230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STRUKTUR PANDUAN PENGGUNAAN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05840" y="1828800"/>
            <a:ext cx="4572000" cy="0"/>
          </a:xfrm>
          <a:prstGeom prst="line">
            <a:avLst/>
          </a:prstGeom>
          <a:noFill/>
          <a:ln w="19050">
            <a:solidFill>
              <a:srgbClr val="005B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1965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01. Alur Kerja Sistem (Integrated Workflow)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389120" y="1965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03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05840" y="22219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02. BAGIAN I: PANDUAN UNIT KERJA (USER)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389120" y="22219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04 - 08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05840" y="24780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 • Login &amp; Membaca Kalender Ruangan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389120" y="24780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04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05840" y="27340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 • Formulir Pemesanan &amp; Layout Meja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73405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05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05840" y="29900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 • Unggah Disposisi &amp; Validasi Maksimal 5 MB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389120" y="29900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06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005840" y="32461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 • Monitoring Riwayat &amp; Fitur Selesai Awal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389120" y="32461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07 - 08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05840" y="35021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03. BAGIAN II: PANDUAN ADMINISTRATOR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389120" y="35021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09 - 14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05840" y="37581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 • Dashboard &amp; Live Monitoring Rapat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389120" y="37581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09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005840" y="401421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 • Verifikasi &amp; Persetujuan (WhatsApp Alert)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389120" y="401421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10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005840" y="42702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 • Mekanisme Penolakan (Alasan Wajib)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389120" y="42702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11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005840" y="45262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 • Data Master Ruangan, Layout, &amp; Pengguna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389120" y="45262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12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005840" y="47823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 • Ekspor Excel Cepat &amp; Cetak PDF Kop Surat BI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389120" y="47823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13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005840" y="50383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 • Layar TV Display Kiosk Lobby &amp; Bantuan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389120" y="50383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14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92240" y="1508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KREDENSIAL AKUN RESMI KPwBI SULUT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92240" y="1828800"/>
            <a:ext cx="4663440" cy="0"/>
          </a:xfrm>
          <a:prstGeom prst="line">
            <a:avLst/>
          </a:prstGeom>
          <a:noFill/>
          <a:ln w="19050">
            <a:solidFill>
              <a:srgbClr val="B8972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92240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Akses browser kantor: http://localhost:8000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286000"/>
          <a:ext cx="4663440" cy="347472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18872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3B7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Role / Akun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3B7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Username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3B7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Password Default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Administrator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5BA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admin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password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Tim Manajemen Internal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tmi_kpwbisulut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kpwbisulut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Unit Kehumasan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uk_kpwbisulut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kpwbisulut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Fungsi Data &amp; Ekon. Keu.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fdsek_kpwbisulut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kpwbisulut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Pengelolaan Uang Rupiah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pur_kpwbisulut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kpwbisulut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Fungsi Implementasi KSP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fiksp_kpwbisulut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kpwbisulut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Fungsi Pengawasan Bank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fpkp_kpwbisulut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kpwbisulut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Unit Lainnya (Total 10 Unit)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fppu, pipebi, ca, dll.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kpwbisulut</a:t>
                      </a:r>
                      <a:endParaRPr lang="en-US" sz="8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ARSITEKTUR LAYANAN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Alur Kerja Sistem Terintegrasi (End-to-End)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 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8755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/ 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32588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47218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1472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53312" y="14356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Unit Kerja Mengajukan Permohonan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53312" y="167335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Pilih ruangan di kalender visual, isi nama rapat &amp; jam WITA, pilih konfigurasi layout meja, dan lampirkan file disposisi resmi pimpinan.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251460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266090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2660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53312" y="262432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Verifikasi Disposisi &amp; Persetujuan Admin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53312" y="286207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 sarpras memeriksa kelayakan permohonan. Admin berhak Menyetujui atau Menolak pengajuan (wajib menyertakan alasan tertulis resmi).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370332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384962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3" name="Text 20"/>
          <p:cNvSpPr/>
          <p:nvPr/>
        </p:nvSpPr>
        <p:spPr>
          <a:xfrm>
            <a:off x="89611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53312" y="38130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Notifikasi WhatsApp Otomatis ke HP PIC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353312" y="405079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seketika mengirimkan pesan konfirmasi resmi ke nomor WhatsApp PIC pemohon tanpa perlu konfirmasi manual via telepon.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31520" y="489204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6112" y="5038344"/>
            <a:ext cx="347472" cy="347472"/>
          </a:xfrm>
          <a:prstGeom prst="ellipse">
            <a:avLst/>
          </a:prstGeom>
          <a:solidFill>
            <a:srgbClr val="B8972A"/>
          </a:solidFill>
          <a:ln/>
        </p:spPr>
      </p:sp>
      <p:sp>
        <p:nvSpPr>
          <p:cNvPr id="28" name="Text 25"/>
          <p:cNvSpPr/>
          <p:nvPr/>
        </p:nvSpPr>
        <p:spPr>
          <a:xfrm>
            <a:off x="896112" y="5038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353312" y="50017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Live TV Display Lobi &amp; Rekapitulasi Laporan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353312" y="523951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Agenda rapat otomatis tampil pada TV lobi kantor (/display), dan riwayat pemakaian dapat diekspor menjadi laporan Excel &amp; PDF resmi KOP BI.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5400000">
              <a:srgbClr val="003B73">
                <a:alpha val="1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217920" y="1325880"/>
            <a:ext cx="5212080" cy="32004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55080" y="14264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Shape 31"/>
          <p:cNvSpPr/>
          <p:nvPr/>
        </p:nvSpPr>
        <p:spPr>
          <a:xfrm>
            <a:off x="6510528" y="1426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Shape 32"/>
          <p:cNvSpPr/>
          <p:nvPr/>
        </p:nvSpPr>
        <p:spPr>
          <a:xfrm>
            <a:off x="6665976" y="14264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INFORMASI LAYANAN RUANGAN (SILAKAN)</a:t>
            </a:r>
            <a:endParaRPr lang="en-US" sz="750" dirty="0"/>
          </a:p>
        </p:txBody>
      </p:sp>
      <p:pic>
        <p:nvPicPr>
          <p:cNvPr id="37" name="Image 1" descr="D:\Bank Indo\silakan\public\images\manual\12_approval_inde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709928"/>
            <a:ext cx="4992624" cy="400507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309360" y="5751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 Sentral Verifikasi &amp; Tata Kelola Pemesanan Ruangan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I: PANDUAN UNIT KERJA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Login &amp; Membaca Kalender Ketersediaan Ruangan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 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8755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 / 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56362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1563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53312" y="15270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Masuk Menggunakan Akun Unit Kerja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53312" y="176479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Buka browser dan akses http://localhost:8000. Masukkan username unit kerja resmi Anda (contoh: tmi_kpwbisulut) dengan kata sandi kpwbisulut.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29260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307238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53312" y="30358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Buka Menu "Kalender Ruangan"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53312" y="327355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Kalender menyajikan seluruh agenda kegiatan pada 9 ruangan rapat KPwBI Sulut secara transparan (Ruang Tondano, Bunaken, Klabat, Lokon, dll.).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4434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458114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3" name="Text 20"/>
          <p:cNvSpPr/>
          <p:nvPr/>
        </p:nvSpPr>
        <p:spPr>
          <a:xfrm>
            <a:off x="896112" y="4581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53312" y="45445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Periksa Slot Waktu Kosong (Zona WITA)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353312" y="478231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Pastikan jam mulai dan jam selesai yang Anda rencanakan belum terisi oleh rapat unit lain. Transparansi kalender menjamin 0% risiko bentrok jadwal.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5400000">
              <a:srgbClr val="003B73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1325880"/>
            <a:ext cx="5212080" cy="32004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55080" y="14264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6510528" y="1426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Shape 27"/>
          <p:cNvSpPr/>
          <p:nvPr/>
        </p:nvSpPr>
        <p:spPr>
          <a:xfrm>
            <a:off x="6665976" y="14264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INFORMASI LAYANAN RUANGAN (SILAKAN)</a:t>
            </a:r>
            <a:endParaRPr lang="en-US" sz="750" dirty="0"/>
          </a:p>
        </p:txBody>
      </p:sp>
      <p:pic>
        <p:nvPicPr>
          <p:cNvPr id="32" name="Image 1" descr="D:\Bank Indo\silakan\public\images\manual\08_kalender_ruang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709928"/>
            <a:ext cx="4992624" cy="40050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09360" y="5751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Kalender Visual Jadwal Pemakaian Ruangan Rapat Real-Time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I: PANDUAN UNIT KERJA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Mengisi Formulir Pengajuan Pemesanan Ruangan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 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8755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 / 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32588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47218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1472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53312" y="14356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Klik Tombol "Buat Pemesanan"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53312" y="167335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Pilih ruangan yang diinginkan (misal: Ruang Tondano) lalu ketik nama kegiatan dan perkiraan jumlah peserta yang akan hadir.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251460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266090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2660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53312" y="262432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Tentukan Tanggal &amp; Jam (WITA)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53312" y="286207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Masukkan tanggal pelaksanaan serta jam mulai dan jam selesai rapat. Seluruh pencatatan waktu menggunakan standar zona waktu lokal (WITA).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370332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384962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3" name="Text 20"/>
          <p:cNvSpPr/>
          <p:nvPr/>
        </p:nvSpPr>
        <p:spPr>
          <a:xfrm>
            <a:off x="89611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53312" y="38130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Pilih Konfigurasi Layout Meja &amp; Kursi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353312" y="405079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Pilih tata letak yang sesuai dengan kebutuhan acara: Classroom, U-Shape, Boardroom, atau Round Table.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31520" y="489204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6112" y="503834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8" name="Text 25"/>
          <p:cNvSpPr/>
          <p:nvPr/>
        </p:nvSpPr>
        <p:spPr>
          <a:xfrm>
            <a:off x="896112" y="5038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353312" y="50017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Lengkapi Data PIC &amp; Nomor WhatsApp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353312" y="523951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Masukkan nama PIC kegiatan (disarankan nama unit) dan nomor handphone aktif untuk penerimaan notifikasi otomatis WhatsApp Gateway.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5400000">
              <a:srgbClr val="003B73">
                <a:alpha val="1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217920" y="1325880"/>
            <a:ext cx="5212080" cy="32004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55080" y="14264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Shape 31"/>
          <p:cNvSpPr/>
          <p:nvPr/>
        </p:nvSpPr>
        <p:spPr>
          <a:xfrm>
            <a:off x="6510528" y="1426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Shape 32"/>
          <p:cNvSpPr/>
          <p:nvPr/>
        </p:nvSpPr>
        <p:spPr>
          <a:xfrm>
            <a:off x="6665976" y="14264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INFORMASI LAYANAN RUANGAN (SILAKAN)</a:t>
            </a:r>
            <a:endParaRPr lang="en-US" sz="750" dirty="0"/>
          </a:p>
        </p:txBody>
      </p:sp>
      <p:pic>
        <p:nvPicPr>
          <p:cNvPr id="37" name="Image 1" descr="D:\Bank Indo\silakan\public\images\manual\03_form_pemesan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709928"/>
            <a:ext cx="4992624" cy="400507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309360" y="5751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Formulir Pemesanan Ruangan &amp; Pemilihan Layout Meja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I: PANDUAN UNIT KERJA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Unggah Berkas Disposisi &amp; Validasi Maksimal 5 MB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 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8755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 / 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56362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1563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53312" y="15270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Wajib Melampirkan Bukti Disposisi Pimpinan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53312" y="176479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Sebagai wujud kepatuhan tata kelola BI, setiap pemesanan wajib mengunggah file lembar disposisi pimpinan atau undangan rapat (Format: PDF, JPG, PNG).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29260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3072384"/>
            <a:ext cx="347472" cy="347472"/>
          </a:xfrm>
          <a:prstGeom prst="ellipse">
            <a:avLst/>
          </a:prstGeom>
          <a:solidFill>
            <a:srgbClr val="B8972A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53312" y="30358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Batas Maksimal Ukuran File: 5 MegaByte (5 MB)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53312" y="327355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membatasi ukuran berkas maksimal 5 MB guna menjaga efisiensi penyimpanan dan keandalan kecepatan transmisi jaringan kantor.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4434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458114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3" name="Text 20"/>
          <p:cNvSpPr/>
          <p:nvPr/>
        </p:nvSpPr>
        <p:spPr>
          <a:xfrm>
            <a:off x="896112" y="4581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53312" y="45445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Proteksi Popup Keamanan Otomatis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353312" y="478231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Jika file yang dipilih melebihi 5 MB, sistem otomatis membatalkan pilihan berkas dan memunculkan popup peringatan warna merah.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5400000">
              <a:srgbClr val="003B73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1325880"/>
            <a:ext cx="5212080" cy="32004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55080" y="14264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6510528" y="1426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Shape 27"/>
          <p:cNvSpPr/>
          <p:nvPr/>
        </p:nvSpPr>
        <p:spPr>
          <a:xfrm>
            <a:off x="6665976" y="14264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INFORMASI LAYANAN RUANGAN (SILAKAN)</a:t>
            </a:r>
            <a:endParaRPr lang="en-US" sz="750" dirty="0"/>
          </a:p>
        </p:txBody>
      </p:sp>
      <p:pic>
        <p:nvPicPr>
          <p:cNvPr id="32" name="Image 1" descr="D:\Bank Indo\silakan\public\images\manual\03b_popup_file_5m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709928"/>
            <a:ext cx="4992624" cy="40050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09360" y="5751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Popup Peringatan Otomatis Bila Ukuran File Melebihi 5 MB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I: PANDUAN UNIT KERJA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Memantau Riwayat &amp; Status Pengajuan Pemesanan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 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8755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 / 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56362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1563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53312" y="15270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Buka Menu "Pemesanan Saya"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53312" y="176479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Menampilkan tabel daftar seluruh pengajuan yang diajukan oleh unit Anda lengkap dengan nomor kode unik pemesanan (misal: PM-2026-XXXX).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29260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307238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53312" y="30358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Kenali 3 Status Verifikasi Pengajuan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53312" y="327355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Pending (Kuning): Permohonan sedang menunggu verifikasi admin.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Disetujui (Hijau): Ruangan resmi terkunci untuk unit Anda.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Ditolak (Merah): Permohonan tidak dapat disetujui disertai alasan resmi.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4434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458114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3" name="Text 20"/>
          <p:cNvSpPr/>
          <p:nvPr/>
        </p:nvSpPr>
        <p:spPr>
          <a:xfrm>
            <a:off x="896112" y="4581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53312" y="45445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Silent Real-Time Background Update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353312" y="478231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Jika Anda standby di halaman ini, perubahan status pemesanan akan otomatis diperbarui di layar tanpa perlu menekan F5 / reload.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5400000">
              <a:srgbClr val="003B73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1325880"/>
            <a:ext cx="5212080" cy="32004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55080" y="14264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6510528" y="1426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Shape 27"/>
          <p:cNvSpPr/>
          <p:nvPr/>
        </p:nvSpPr>
        <p:spPr>
          <a:xfrm>
            <a:off x="6665976" y="14264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INFORMASI LAYANAN RUANGAN (SILAKAN)</a:t>
            </a:r>
            <a:endParaRPr lang="en-US" sz="750" dirty="0"/>
          </a:p>
        </p:txBody>
      </p:sp>
      <p:pic>
        <p:nvPicPr>
          <p:cNvPr id="32" name="Image 1" descr="D:\Bank Indo\silakan\public\images\manual\06_riwayat_pemesan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709928"/>
            <a:ext cx="4992624" cy="40050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09360" y="5751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Tabel Riwayat Pemesanan &amp; Status Verifikasi Pengajuan Unit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I: PANDUAN UNIT KERJA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Fitur "Selesai Awal" &amp; Pembatalan Mandiri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 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8755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 / 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563624"/>
            <a:ext cx="347472" cy="347472"/>
          </a:xfrm>
          <a:prstGeom prst="ellipse">
            <a:avLst/>
          </a:prstGeom>
          <a:solidFill>
            <a:srgbClr val="B8972A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1563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53312" y="15270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Fitur Unggulan: "Selesai Awal" (Early Finish)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53312" y="176479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Apabila rapat selesai 1 jam lebih awal dari jadwal yang tertera, klik tombol hijau "Selesai Awal" pada lembar detail pemesanan.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29260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307238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53312" y="30358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Optimalisasi Pemanfaatan Ruangan Kantor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53312" y="327355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Status ruangan seketika berubah kembali menjadi Hijau (Tersedia) di kalender dan monitor TV lobi sehingga dapat dialokasikan untuk kegiatan mendadak.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4434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458114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3" name="Text 20"/>
          <p:cNvSpPr/>
          <p:nvPr/>
        </p:nvSpPr>
        <p:spPr>
          <a:xfrm>
            <a:off x="896112" y="4581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53312" y="45445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Hak Pembatalan Mandiri oleh Unit Pemohon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353312" y="478231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Selama permohonan masih berstatus Pending, unit kerja berhak membatalkan jadwal secara mandiri bila terjadi perubahan agenda pimpinan.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5400000">
              <a:srgbClr val="003B73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1325880"/>
            <a:ext cx="5212080" cy="32004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55080" y="14264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6510528" y="1426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Shape 27"/>
          <p:cNvSpPr/>
          <p:nvPr/>
        </p:nvSpPr>
        <p:spPr>
          <a:xfrm>
            <a:off x="6665976" y="14264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INFORMASI LAYANAN RUANGAN (SILAKAN)</a:t>
            </a:r>
            <a:endParaRPr lang="en-US" sz="750" dirty="0"/>
          </a:p>
        </p:txBody>
      </p:sp>
      <p:pic>
        <p:nvPicPr>
          <p:cNvPr id="32" name="Image 1" descr="D:\Bank Indo\silakan\public\images\manual\07_detail_pemesanan_us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709928"/>
            <a:ext cx="4992624" cy="40050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09360" y="5751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Detail Rapat dengan Tombol Fitur Selesai Awal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II: PANDUAN ADMINISTRATOR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 Administrator &amp; Monitoring Rapat Live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 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8755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 / 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56362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1563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53312" y="15270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Login dengan Akun Administrator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53312" y="176479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Gunakan username admin dan kata sandi password untuk masuk ke portal manajemen sentral sarana dan prasarana ruangan.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29260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307238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53312" y="30358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Banner "Kegiatan Berlangsung" Real-Time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53312" y="327355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Menampilkan ruangan mana saja yang sedang aktif digunakan saat ini lengkap dengan hitung mundur sisa waktu rapat (countdown).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4434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458114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3" name="Text 20"/>
          <p:cNvSpPr/>
          <p:nvPr/>
        </p:nvSpPr>
        <p:spPr>
          <a:xfrm>
            <a:off x="896112" y="4581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53312" y="45445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Statistik Keterisian &amp; Antrean Pengajuan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353312" y="478231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 memantau total pemesanan bulan ini, persentase keterisian 9 ruangan, dan badge kuning jumlah pemesanan yang menunggu approval.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5400000">
              <a:srgbClr val="003B73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1325880"/>
            <a:ext cx="5212080" cy="32004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55080" y="14264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6510528" y="1426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Shape 27"/>
          <p:cNvSpPr/>
          <p:nvPr/>
        </p:nvSpPr>
        <p:spPr>
          <a:xfrm>
            <a:off x="6665976" y="14264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INFORMASI LAYANAN RUANGAN (SILAKAN)</a:t>
            </a:r>
            <a:endParaRPr lang="en-US" sz="750" dirty="0"/>
          </a:p>
        </p:txBody>
      </p:sp>
      <p:pic>
        <p:nvPicPr>
          <p:cNvPr id="32" name="Image 1" descr="D:\Bank Indo\silakan\public\images\manual\14_live_monitor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709928"/>
            <a:ext cx="4992624" cy="40050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09360" y="5751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Banner Kegiatan Berlangsung dengan Hitung Mundur Real-Time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II: PANDUAN ADMINISTRATOR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Verifikasi Disposisi &amp; Persetujuan Pemesanan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 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8755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 / 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56362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1563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53312" y="15270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Buka Menu "Pemesanan Ruangan"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53312" y="176479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 disajikan tab switcher terorganisir: Menunggu Approval, Disetujui/Aktif, Selesai, dan Semua Pemesanan.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29260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307238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53312" y="30358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Pemeriksaan Kelayakan &amp; Lampiran Disposisi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53312" y="327355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Klik tombol "Periksa" untuk membaca agenda, mengecek kecukupan kapasitas ruangan, dan mengunduh berkas disposisi yang dilampirkan.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4434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4581144"/>
            <a:ext cx="347472" cy="347472"/>
          </a:xfrm>
          <a:prstGeom prst="ellipse">
            <a:avLst/>
          </a:prstGeom>
          <a:solidFill>
            <a:srgbClr val="B8972A"/>
          </a:solidFill>
          <a:ln/>
        </p:spPr>
      </p:sp>
      <p:sp>
        <p:nvSpPr>
          <p:cNvPr id="23" name="Text 20"/>
          <p:cNvSpPr/>
          <p:nvPr/>
        </p:nvSpPr>
        <p:spPr>
          <a:xfrm>
            <a:off x="896112" y="4581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53312" y="45445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Klik "Setujui" &amp;rarr; WhatsApp Otomatis Meluncur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353312" y="478231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Begitu disetujui, ruangan terkunci di kalender dan sistem otomatis mengirimkan notifikasi WhatsApp resmi ke handphone PIC pemohon.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5400000">
              <a:srgbClr val="003B73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1325880"/>
            <a:ext cx="5212080" cy="32004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55080" y="14264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6510528" y="1426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Shape 27"/>
          <p:cNvSpPr/>
          <p:nvPr/>
        </p:nvSpPr>
        <p:spPr>
          <a:xfrm>
            <a:off x="6665976" y="14264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INFORMASI LAYANAN RUANGAN (SILAKAN)</a:t>
            </a:r>
            <a:endParaRPr lang="en-US" sz="750" dirty="0"/>
          </a:p>
        </p:txBody>
      </p:sp>
      <p:pic>
        <p:nvPicPr>
          <p:cNvPr id="32" name="Image 1" descr="D:\Bank Indo\silakan\public\images\manual\12_approval_inde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709928"/>
            <a:ext cx="4992624" cy="40050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09360" y="5751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Antarmuka Verifikasi &amp; Persetujuan Pemesanan Masuk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II: PANDUAN ADMINISTRATOR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Mekanisme Penolakan Berkas (Kewajiban Alasan)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 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8755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 / 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56362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1563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53312" y="15270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Prinsip Akuntabilitas &amp; Transparansi BI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53312" y="176479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 berhak menolak permohonan bila ruangan dibutuhkan untuk agenda VVIP mendadak atau dokumen disposisi yang diunggah tidak sesuai.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29260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307238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53312" y="30358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Klik Tombol Merah "Tolak Pemesanan"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53312" y="327355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akan menampilkan jendela modal konfirmasi penolakan pemesanan ruangan.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4434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4581144"/>
            <a:ext cx="347472" cy="347472"/>
          </a:xfrm>
          <a:prstGeom prst="ellipse">
            <a:avLst/>
          </a:prstGeom>
          <a:solidFill>
            <a:srgbClr val="B8972A"/>
          </a:solidFill>
          <a:ln/>
        </p:spPr>
      </p:sp>
      <p:sp>
        <p:nvSpPr>
          <p:cNvPr id="23" name="Text 20"/>
          <p:cNvSpPr/>
          <p:nvPr/>
        </p:nvSpPr>
        <p:spPr>
          <a:xfrm>
            <a:off x="896112" y="4581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53312" y="45445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Wajib Mencantumkan Alasan Penolakan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353312" y="478231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 wajib mengisi alasan tertulis (misal: "Ruang Tondano dialokasikan untuk Rapat Dewan Gubernur"). Alasan otomatis terkirim ke WhatsApp PIC.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5400000">
              <a:srgbClr val="003B73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1325880"/>
            <a:ext cx="5212080" cy="32004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55080" y="14264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6510528" y="1426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Shape 27"/>
          <p:cNvSpPr/>
          <p:nvPr/>
        </p:nvSpPr>
        <p:spPr>
          <a:xfrm>
            <a:off x="6665976" y="14264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INFORMASI LAYANAN RUANGAN (SILAKAN)</a:t>
            </a:r>
            <a:endParaRPr lang="en-US" sz="750" dirty="0"/>
          </a:p>
        </p:txBody>
      </p:sp>
      <p:pic>
        <p:nvPicPr>
          <p:cNvPr id="32" name="Image 1" descr="D:\Bank Indo\silakan\public\images\manual\13b_modal_penolak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709928"/>
            <a:ext cx="4992624" cy="40050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09360" y="5751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Modal Dialog Penolakan Pemesanan dengan Kolom Alasan Wajib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II: PANDUAN ADMINISTRATOR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Manajemen Data Master Ruangan &amp; Pengguna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 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8755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/ 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56362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1563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53312" y="15270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Master 9 Ruangan Rapat KPwBI Sulut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53312" y="176479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Kelola nama ruangan, kapasitas maksimal peserta, lokasi lantai gedung, fasilitas pendukung (AC, proyektor, sound), serta status aktif.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29260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307238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53312" y="30358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Master Konfigurasi Layout Ruangan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53312" y="327355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Mengatur ketersediaan variasi tata letak kursi dan meja per ruangan (Classroom, U-Shape, Round Table, Boardroom).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4434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458114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3" name="Text 20"/>
          <p:cNvSpPr/>
          <p:nvPr/>
        </p:nvSpPr>
        <p:spPr>
          <a:xfrm>
            <a:off x="896112" y="4581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53312" y="45445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Master User &amp; Fitur Reset Password Akun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353312" y="478231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 dapat memantau akun 10 unit kerja, melihat password saat ini menggunakan ikon mata, menyalin password, atau mereset password.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5400000">
              <a:srgbClr val="003B73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1325880"/>
            <a:ext cx="5212080" cy="32004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55080" y="14264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6510528" y="1426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Shape 27"/>
          <p:cNvSpPr/>
          <p:nvPr/>
        </p:nvSpPr>
        <p:spPr>
          <a:xfrm>
            <a:off x="6665976" y="14264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INFORMASI LAYANAN RUANGAN (SILAKAN)</a:t>
            </a:r>
            <a:endParaRPr lang="en-US" sz="750" dirty="0"/>
          </a:p>
        </p:txBody>
      </p:sp>
      <p:pic>
        <p:nvPicPr>
          <p:cNvPr id="32" name="Image 1" descr="D:\Bank Indo\silakan\public\images\manual\15_master_ruang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709928"/>
            <a:ext cx="4992624" cy="40050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09360" y="5751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Pengelolaan Data 9 Ruangan Rapat Gedung Kantor KPwBI Sulut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BAGIAN II: PANDUAN ADMINISTRATOR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Ekspor Laporan Excel Cepat &amp; Cetak PDF KOP BI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 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8755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 / 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56362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1563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53312" y="15270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Buka Menu "Laporan Pemesanan"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53312" y="176479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Terapkan filter berdasarkan rentang tanggal kegiatan (harian, mingguan, bulanan), ruangan tertentu, atau unit kerja pemohon.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29260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3072384"/>
            <a:ext cx="347472" cy="347472"/>
          </a:xfrm>
          <a:prstGeom prst="ellipse">
            <a:avLst/>
          </a:prstGeom>
          <a:solidFill>
            <a:srgbClr val="B8972A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53312" y="30358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1-Klik "Ekspor Excel" (High Speed Engine)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53312" y="327355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Mengunduh data rekapitulasi ke dalam format .xlsx secara instan tanpa jeda loading untuk kebutuhan analisis pemanfaatan aset kantor.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4434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458114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3" name="Text 20"/>
          <p:cNvSpPr/>
          <p:nvPr/>
        </p:nvSpPr>
        <p:spPr>
          <a:xfrm>
            <a:off x="896112" y="4581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53312" y="45445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Cetak PDF Resmi dengan KOP Bank Indonesia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353312" y="478231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Menghasilkan lembar cetak laporan resmi berstandar arsip yang sudah dilengkapi Kop Surat Kantor Perwakilan Bank Indonesia Provinsi Sulawesi Utara.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5400000">
              <a:srgbClr val="003B73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1325880"/>
            <a:ext cx="5212080" cy="32004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55080" y="14264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6510528" y="1426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Shape 27"/>
          <p:cNvSpPr/>
          <p:nvPr/>
        </p:nvSpPr>
        <p:spPr>
          <a:xfrm>
            <a:off x="6665976" y="14264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INFORMASI LAYANAN RUANGAN (SILAKAN)</a:t>
            </a:r>
            <a:endParaRPr lang="en-US" sz="750" dirty="0"/>
          </a:p>
        </p:txBody>
      </p:sp>
      <p:pic>
        <p:nvPicPr>
          <p:cNvPr id="32" name="Image 1" descr="D:\Bank Indo\silakan\public\images\manual\21_laporan_cetak_pd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709928"/>
            <a:ext cx="4992624" cy="40050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09360" y="5751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Format Dokumen Laporan PDF Resmi Lengkap dengan KOP Surat BI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5BA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27832" cy="109728"/>
          </a:xfrm>
          <a:prstGeom prst="rect">
            <a:avLst/>
          </a:prstGeom>
          <a:solidFill>
            <a:srgbClr val="B89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 EKSEKUTIF &amp; PENUTUP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TV Display Monitor Lobby &amp; Kontak Bantuan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10698480" cy="0"/>
          </a:xfrm>
          <a:prstGeom prst="line">
            <a:avLst/>
          </a:prstGeom>
          <a:noFill/>
          <a:ln w="25400">
            <a:solidFill>
              <a:srgbClr val="005BAA"/>
            </a:solidFill>
            <a:prstDash val="solid"/>
          </a:ln>
        </p:spPr>
      </p:sp>
      <p:pic>
        <p:nvPicPr>
          <p:cNvPr id="7" name="Image 0" descr="D:\Bank Indo\silakan\public\images\logo-bi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320040"/>
            <a:ext cx="155448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Book Slide SILAKAN v1.0 — Kantor Perwakilan Bank Indonesia Provinsi Sulawesi Utara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8755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 / 14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1520" y="14173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56362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1563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53312" y="15270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Kiosk Mode TV Lobi Kantor: /display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53312" y="176479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Buka URL http://localhost:8000/display pada layar monitor TV di lobi utama atau depan ruang rapat untuk penyambutan tamu eksternal.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29260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3072384"/>
            <a:ext cx="347472" cy="347472"/>
          </a:xfrm>
          <a:prstGeom prst="ellipse">
            <a:avLst/>
          </a:prstGeom>
          <a:solidFill>
            <a:srgbClr val="B8972A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3072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53312" y="30358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Auto-Refresh 15 Detik Tanpa Disentuh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53312" y="327355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Tampilan otomatis bergulir memperbarui jadwal rapat hari ini secara hening, menyajikan informasi ruangan dan unit kerja secara elegan.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4434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4581144"/>
            <a:ext cx="347472" cy="347472"/>
          </a:xfrm>
          <a:prstGeom prst="ellipse">
            <a:avLst/>
          </a:prstGeom>
          <a:solidFill>
            <a:srgbClr val="005BAA"/>
          </a:solidFill>
          <a:ln/>
        </p:spPr>
      </p:sp>
      <p:sp>
        <p:nvSpPr>
          <p:cNvPr id="23" name="Text 20"/>
          <p:cNvSpPr/>
          <p:nvPr/>
        </p:nvSpPr>
        <p:spPr>
          <a:xfrm>
            <a:off x="896112" y="4581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353312" y="454456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Narahubung &amp; Layanan Dukungan Teknis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353312" y="4782312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Bila mengalami kendala teknis atau memerlukan penyesuaian hak akses: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Hubungi Tim Manajemen Internal (TMI) / Sarpras KPwBI Prov. Sulawesi Utara.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17920" y="132588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50800" dir="5400000">
              <a:srgbClr val="003B73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17920" y="1325880"/>
            <a:ext cx="5212080" cy="32004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55080" y="142646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6510528" y="1426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Shape 27"/>
          <p:cNvSpPr/>
          <p:nvPr/>
        </p:nvSpPr>
        <p:spPr>
          <a:xfrm>
            <a:off x="6665976" y="14264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 INFORMASI LAYANAN RUANGAN (SILAKAN)</a:t>
            </a:r>
            <a:endParaRPr lang="en-US" sz="750" dirty="0"/>
          </a:p>
        </p:txBody>
      </p:sp>
      <p:pic>
        <p:nvPicPr>
          <p:cNvPr id="32" name="Image 1" descr="D:\Bank Indo\silakan\public\images\manual\23_tv_display_kios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1709928"/>
            <a:ext cx="4992624" cy="40050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09360" y="5751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BA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Tampilan TV Monitor Lobi Kantor Gedung KPwBI Sulut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Kantor Perwakilan Bank Indonesia Provinsi Sulawesi Utara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Book Slide — SILAKAN KPwBI Prov. Sulawesi Utara</dc:title>
  <dc:subject>PptxGenJS Presentation</dc:subject>
  <dc:creator>PptxGenJS</dc:creator>
  <cp:lastModifiedBy>PptxGenJS</cp:lastModifiedBy>
  <cp:revision>1</cp:revision>
  <dcterms:created xsi:type="dcterms:W3CDTF">2026-09-04T06:42:07Z</dcterms:created>
  <dcterms:modified xsi:type="dcterms:W3CDTF">2026-09-04T06:42:07Z</dcterms:modified>
</cp:coreProperties>
</file>